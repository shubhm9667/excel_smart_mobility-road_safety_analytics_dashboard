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ye project do datasets ko ek dashboard me jodta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Pehle batao problem kya thi aur kiske liye analysis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Dono datasets alag hain, common key nahi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by step process samjhao.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ka kaam aur kaunse formulas use kiye.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KPI cards: pehli row road safety, doosri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Volume by Hour aur Condition Distribution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emission aur energy by traffic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bolo ki flow se accident predict nahi hota.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Accidents by Cause aur by City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 aur visibility ka severity par asar nahi dikha.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Actionable recommendations, interview ka sabse important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honestly batao, interviewer ko achha lagta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Smart Mobility &amp; Road Safety Analytics Dashboard Smart City Traffic Analytics Project Shubham · Aspiring Data Analyst · Excel · SQL · Pyth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The Business Problem Accident data and traffic sensor data sit in separate silos Patrolling and safety policy stay reactive, not proactive Goal: find high-risk conditions, understand congestion drivers, measure emission impact Stakeholders: traffic police, city planners, pollution boards, ride-sharing firm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Two Datasets Indian Roads Accidents 20,000 accidents · 23 columns 8 cities, 7 states Jan 2022 – Sep 2024 34,529 casualties Smart Mobility 5,000 sensor readings · 21 columns 5-minute intervals, 1–9 Mar 2024 Speed, occupancy, weather, signals Emissions, energy, ride-sharing, park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Project Workflow Clean data with Power Query and Excel formulas Run data quality reports (missing values, duplicates, validation) Define objectives, KPIs and business questions Build 12 PivotTables and 12 PivotCharts Design the dashboard with KPI cards, slicers and key insights Tools: Excel · Power Query · Excel Formula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Data Cleaning &amp; Quality Removed blank padding rows, keeping 5,000 real Smart Mobility readings Standardized text with TRIM, CLEAN and PROPER Fixed data types and handled errors with IFERROR and IFNA Added Year, Month, Day Type and Risk Category columns Documented missing values, duplicates and validation in quality workbook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Dashboard at a Glance 2 Dataset 2,987 Fatal accidents 20,000 Accidents 14.94% Fatal accident rate 34,529 Casualties 17.34 Energy use (L/h) 0.829 Avg Risk Score 769,606 Vehicles counted 42.11 Avg speed (km/h) 54.8% Avg road occupancy 272.175km Average Emission Lavel_k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Traffic Peaks at 7 PM 7 PM Peak hour, about 171 vehicles vs 154 average 63.32% Readings in High congestion 7.18% Readings in Low congestion The network spends most of its time congested, with the evening peak as the clearest pressure poin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Congestion Costs Speed and Emissions 59.9 → 37.9 Avg speed (km/h), Low to High congestion 274.45 Emission level in High congestion 17.2–17.5 Energy use (L/h), almost flat Congestion slows traffic and raises emissions, while fuel rate barely chang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Accidents Are Not Explained by Traffic Flow ~54.5% Road occupancy, accident and no-accident alike ~42.1 Avg speed (km/h) in both cases 55.1 / 54.7 / 54.5 Occupancy % by Green / Red / Yellow light Occupancy, speed and signal state do not separate accident readings, so other drivers matt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Road Safety: Causes and Cities 4,026 Distraction, the top cause 4,025 Overspeeding, a very close second 2,577 Accidents in Chandigarh, the highest city Causes are almost evenly split (about 4,000 each), so safety campaigns need to be broa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Severity: Time, Weather, Visibility 24.74% Accidents in peak hours 14.94% Fatal share of all accidents 15 / 30 / 55 Fatal / Major / Minor % in every weather and visibility Weather and visibility do not change severity in this dat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Recommendations Focus patrols and signal timing on the evening peak around 7 PM Run city-wide distraction and overspeeding campaigns, as risk is even across the 8 cities Use High-congestion windows for emission measures such as rerouting or congestion pricing Combine both datasets into one risk-and-flow view for live monitor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Skills, Limits and Next Steps Skills shown Data cleaning and validation KPI design and business framing PivotTables, PivotCharts, slicers Insight storytell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City Traffic Analytics – Interview Presentation</dc:title>
  <dc:subject/>
  <dc:creator/>
  <cp:lastModifiedBy/>
  <cp:revision>1</cp:revision>
  <dcterms:created xsi:type="dcterms:W3CDTF">2026-10-13T07:04:08Z</dcterms:created>
  <dcterms:modified xsi:type="dcterms:W3CDTF">2026-10-13T07:04:08Z</dcterms:modified>
</cp:coreProperties>
</file>