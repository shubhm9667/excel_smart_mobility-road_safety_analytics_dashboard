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4" d="100"/>
          <a:sy n="24" d="100"/>
        </p:scale>
        <p:origin x="2717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1D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4402F22-97C2-2BA2-A90D-A30DD65ED781}"/>
              </a:ext>
            </a:extLst>
          </p:cNvPr>
          <p:cNvGrpSpPr/>
          <p:nvPr/>
        </p:nvGrpSpPr>
        <p:grpSpPr>
          <a:xfrm>
            <a:off x="0" y="0"/>
            <a:ext cx="15120000" cy="19458391"/>
            <a:chOff x="0" y="0"/>
            <a:chExt cx="15120000" cy="19458391"/>
          </a:xfrm>
        </p:grpSpPr>
        <p:sp>
          <p:nvSpPr>
            <p:cNvPr id="2" name="Freeform 2"/>
            <p:cNvSpPr/>
            <p:nvPr/>
          </p:nvSpPr>
          <p:spPr>
            <a:xfrm>
              <a:off x="0" y="6030441"/>
              <a:ext cx="15120000" cy="7701330"/>
            </a:xfrm>
            <a:custGeom>
              <a:avLst/>
              <a:gdLst/>
              <a:ahLst/>
              <a:cxnLst/>
              <a:rect l="l" t="t" r="r" b="b"/>
              <a:pathLst>
                <a:path w="15120000" h="7701330">
                  <a:moveTo>
                    <a:pt x="0" y="0"/>
                  </a:moveTo>
                  <a:lnTo>
                    <a:pt x="15120000" y="0"/>
                  </a:lnTo>
                  <a:lnTo>
                    <a:pt x="15120000" y="7701330"/>
                  </a:lnTo>
                  <a:lnTo>
                    <a:pt x="0" y="7701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85" t="-14967" r="-19482" b="-18293"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15120000" cy="6030441"/>
            </a:xfrm>
            <a:custGeom>
              <a:avLst/>
              <a:gdLst/>
              <a:ahLst/>
              <a:cxnLst/>
              <a:rect l="l" t="t" r="r" b="b"/>
              <a:pathLst>
                <a:path w="15120000" h="6030441">
                  <a:moveTo>
                    <a:pt x="0" y="0"/>
                  </a:moveTo>
                  <a:lnTo>
                    <a:pt x="15120000" y="0"/>
                  </a:lnTo>
                  <a:lnTo>
                    <a:pt x="15120000" y="6030441"/>
                  </a:lnTo>
                  <a:lnTo>
                    <a:pt x="0" y="6030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7" t="-22218" r="-3023" b="-24979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13731771"/>
              <a:ext cx="15120000" cy="5726620"/>
            </a:xfrm>
            <a:custGeom>
              <a:avLst/>
              <a:gdLst/>
              <a:ahLst/>
              <a:cxnLst/>
              <a:rect l="l" t="t" r="r" b="b"/>
              <a:pathLst>
                <a:path w="15120000" h="5726620">
                  <a:moveTo>
                    <a:pt x="0" y="0"/>
                  </a:moveTo>
                  <a:lnTo>
                    <a:pt x="15120000" y="0"/>
                  </a:lnTo>
                  <a:lnTo>
                    <a:pt x="15120000" y="5726621"/>
                  </a:lnTo>
                  <a:lnTo>
                    <a:pt x="0" y="5726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19" t="-32094" r="-2683" b="-2221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Photos Poster in Light Blue in Modern Style</dc:title>
  <cp:lastModifiedBy>KHUSHI SHARMA</cp:lastModifiedBy>
  <cp:revision>2</cp:revision>
  <dcterms:created xsi:type="dcterms:W3CDTF">2006-08-16T00:00:00Z</dcterms:created>
  <dcterms:modified xsi:type="dcterms:W3CDTF">2026-10-13T07:51:13Z</dcterms:modified>
  <dc:identifier>DAHTGOoqpzc</dc:identifier>
</cp:coreProperties>
</file>